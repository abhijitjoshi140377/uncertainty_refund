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96447" y="914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89748" y="640081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49428" y="45720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Refund Intelligence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6740" y="960120"/>
            <a:ext cx="4862847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dirty="0">
                <a:solidFill>
                  <a:srgbClr val="6C5C8C"/>
                </a:solidFill>
              </a:rPr>
              <a:t>AI-assisted refund estimation, risk monitoring</a:t>
            </a:r>
            <a:r>
              <a:rPr lang="en-IN" sz="1300" dirty="0">
                <a:solidFill>
                  <a:srgbClr val="6C5C8C"/>
                </a:solidFill>
              </a:rPr>
              <a:t> platform</a:t>
            </a:r>
            <a:endParaRPr sz="1300" dirty="0">
              <a:solidFill>
                <a:srgbClr val="6C5C8C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1463039"/>
            <a:ext cx="1771773" cy="4709162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382B4D"/>
                </a:solidFill>
              </a:defRPr>
            </a:pPr>
            <a:r>
              <a:rPr dirty="0"/>
              <a:t>Presented by: Abhijit Joshi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263640"/>
            <a:ext cx="11064240" cy="502920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IN"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A </a:t>
            </a:r>
            <a:r>
              <a:rPr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platform as a decision-support solution for refund estimation under uncertainty. </a:t>
            </a:r>
            <a:r>
              <a:rPr lang="en-IN"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I</a:t>
            </a:r>
            <a:r>
              <a:rPr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integrate</a:t>
            </a:r>
            <a:r>
              <a:rPr lang="en-IN"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d with</a:t>
            </a:r>
            <a:r>
              <a:rPr sz="1600" b="1" dirty="0">
                <a:solidFill>
                  <a:srgbClr val="382B4D"/>
                </a:solidFill>
                <a:latin typeface="IBM Plex Sans" panose="020B0503050203000203" pitchFamily="34" charset="0"/>
              </a:rPr>
              <a:t> booking workflows, risk events, historical analytics, and model comparison.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DB96C23-3DBD-6E9B-4C32-DA19A3F297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61" y="1508761"/>
            <a:ext cx="8635799" cy="46634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The Problem We Are 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Travel refund decisions become uncertain during force majeure situations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Customers and operators need visibility into possible refund outcomes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Manual estimation is slow, inconsistent, and difficult to explain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Different calamity types influence refund likelihood differently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Historical outcomes are hard to compare without a unified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Position the project as a decision intelligence platform, not just a booking app. Explain that the goal is to improve confidence and speed in refund-related decisions.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Solution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sz="1600" dirty="0">
                <a:solidFill>
                  <a:srgbClr val="382B4D"/>
                </a:solidFill>
              </a:rPr>
              <a:t>Centralized booking management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Risk event monitoring dashboard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Refund estimation engine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Historical refund analytics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Model comparison workflow</a:t>
            </a:r>
          </a:p>
          <a:p>
            <a:pPr marL="285750" indent="-285750">
              <a:spcAft>
                <a:spcPts val="1000"/>
              </a:spcAft>
              <a:buFont typeface="Arial" panose="020B0604020202020204" pitchFamily="34" charset="0"/>
              <a:buChar char="•"/>
              <a:defRPr sz="1600">
                <a:solidFill>
                  <a:srgbClr val="382B4D"/>
                </a:solidFill>
              </a:defRPr>
            </a:pPr>
            <a:r>
              <a:rPr dirty="0"/>
              <a:t>Bell notifications for new bookings and risk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collage of app screens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Summarize the end-to-end workflow supported by the platform. Explain that users can create data, analyze scenarios, and compare outcomes in one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System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Frontend: React + Vite + SCSS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Backend: FastAPI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Database: SQLite (backend/refund_estimation.db)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ML / Estimation: Random Forest, Gradient Boosting, Rule-based logic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Data inputs: bookings, provider policies, historical refunds, risk events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Add architecture diagram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Briefly explain the relationship between frontend, API layer, database, and estimation logic. Mention that synthetic data is used to bootstrap historical analysis and model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Dashboard Overview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382B4D"/>
                </a:solidFill>
              </a:defRPr>
            </a:pPr>
            <a:r>
              <a:t>Displays summary metrics for bookings, refund trends, and active risks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Provides quick-access navigation to major workflows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Acts as the operational snapshot screen for the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Dashboard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Describe the dashboard as the starting point for users and stakeholders. Highlight the high-level visibility it gives before drilling into detailed screens.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Bookings List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382B4D"/>
                </a:solidFill>
              </a:defRPr>
            </a:pPr>
            <a:r>
              <a:t>Shows all customer bookings in a structured list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Supports review of routes, dates, customer details, and total cost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Provides access to booking details and refund estimation workflows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Booking List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Explain that bookings are the primary records used for refund analysis. Mention that this screen organizes customer travel information for operations teams.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Create New Booking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Captures customer details and travel information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Stores booking component costs such as flight and hotel values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Feeds later refund estimation and comparison workflows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Triggers a bell notification when a new booking is created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Create Booking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Explain that the booking creation form is the main data entry point. Mention the notification feature for immediate operational visibility.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Booking Details and Refund Estimate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Displays complete booking information and cost breakdown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Generates refund estimate for the selected booking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Shows refund amount, refund percentage, confidence range, and risk score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Presents best-case, likely, and worst-case 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Booking Details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Use this slide to explain how a single booking can be evaluated in detail. Emphasize scenario visibility and explainability of the result.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Refund Model Comparator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Select an existing booking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Choose estimation model: Auto, Random Forest, Gradient Boosting, or Rule-based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Choose calamity type and severity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Compare refund outcomes for the selected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Refund Comparator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Highlight this as a key differentiator of the project. Explain how comparator support allows scenario testing and model selection flexibility.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Risk Monitor and Event Entry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Tracks disruptions such as war, natural disaster, pandemic, or strikes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Displays severity, region, date range, and status of risk events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Allows users to add new risk events through a form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New risk event creation triggers a bell notification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Risk Monitor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Explain how real-world disruptions are modeled as risk events in the platform. Mention that these events directly support risk-aware refund reasoning.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Bell Notifications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Notification badge appears on the header bell icon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Triggered when a new booking is created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Triggered when a new risk event is created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Dropdown shows recent notifications with clear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Notification dropdown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Describe notifications as a lightweight operational awareness feature. Mention that current notifications are session-based and can be extended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Historical Refund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Visualizes historical refund patterns and averages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Supports filtering by component or event type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Helps interpret model behavior using historical trends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Strengthens explainability beyond a single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Insert Analytics screenshot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Present analytics as the explanatory layer of the platform. Explain that it helps users understand past outcomes, not just current estimates.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How Refund Estimation Works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Booking components are evaluated individually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Risk score is derived from active events or selected calamity and severity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The engine supports Auto Ensemble, Random Forest, Gradient Boosting, and Rule-based fallback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Final refund result aggregates component-level reasoning into one estimate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flow diagram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Summarize the backend decision process in simple language. Note that rule-based logic provides resilience when ML comparison is not preferred.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Suggested 3-5 Minute Demo 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Start with Dashboard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Open Bookings List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Create a new booking and show notification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Open Booking Details and generate estimate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Open Comparator and compare models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Add a new event in Risk Monitor and show notification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End with Analytics for historical interpretation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end-to-end workflow image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This slide can guide your live or recorded narration. Keep the flow concise and focused on user value and system capabilities.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Business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Faster refund decision support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Better visibility into uncertainty and disruptions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Model-based comparison for scenario analysis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Centralized platform for bookings, events, and analytics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Improved communication for customers and operators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impact graphic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Explain why the platform matters from an operational and analytical perspective. Position the project as both practical and extensible.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Future Enhancements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Persistent notifications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External live risk feeds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Provider-specific refund policy intelligence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Model evaluation metrics and benchmarking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Authentication and role-based access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t>Exportable reports and comparison snapshots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roadmap visual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Show that the platform can evolve into a production-grade decision-support system. Mention the most realistic next steps for future scope.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8F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607040" y="320040"/>
            <a:ext cx="1051560" cy="1051560"/>
          </a:xfrm>
          <a:prstGeom prst="ellipse">
            <a:avLst/>
          </a:prstGeom>
          <a:solidFill>
            <a:srgbClr val="FF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66960" y="822960"/>
            <a:ext cx="685800" cy="685800"/>
          </a:xfrm>
          <a:prstGeom prst="ellipse">
            <a:avLst/>
          </a:prstGeom>
          <a:solidFill>
            <a:srgbClr val="ADE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50292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382B4D"/>
                </a:solidFill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70432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6C5C8C"/>
                </a:solidFill>
              </a:rPr>
              <a:t>Questions? Demo 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28016" rtlCol="0" anchor="ctr">
            <a:normAutofit/>
          </a:bodyPr>
          <a:lstStyle/>
          <a:p>
            <a:pPr algn="ctr">
              <a:spcAft>
                <a:spcPts val="1000"/>
              </a:spcAft>
              <a:defRPr sz="1800">
                <a:solidFill>
                  <a:srgbClr val="382B4D"/>
                </a:solidFill>
              </a:defRPr>
            </a:pPr>
            <a:r>
              <a:rPr dirty="0"/>
              <a:t>Refund Intelligence Platform</a:t>
            </a:r>
          </a:p>
          <a:p>
            <a:pPr>
              <a:spcAft>
                <a:spcPts val="1000"/>
              </a:spcAft>
              <a:defRPr sz="1600">
                <a:solidFill>
                  <a:srgbClr val="382B4D"/>
                </a:solidFill>
              </a:defRPr>
            </a:pPr>
            <a:r>
              <a:rPr lang="en-IN" dirty="0"/>
              <a:t>       </a:t>
            </a:r>
            <a:r>
              <a:rPr dirty="0"/>
              <a:t>AI-assisted refund estimation under uncertainty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691640"/>
            <a:ext cx="5349240" cy="4434840"/>
          </a:xfrm>
          <a:prstGeom prst="roundRect">
            <a:avLst/>
          </a:prstGeom>
          <a:solidFill>
            <a:srgbClr val="F4E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65392" y="1984248"/>
            <a:ext cx="4837176" cy="3520440"/>
          </a:xfrm>
          <a:prstGeom prst="rect">
            <a:avLst/>
          </a:prstGeom>
          <a:solidFill>
            <a:srgbClr val="FFFF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103120"/>
            <a:ext cx="4709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8F7CFF"/>
                </a:solidFill>
              </a:rPr>
              <a:t>Screenshot Placeholder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5303520"/>
            <a:ext cx="45262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6C5C8C"/>
                </a:solidFill>
              </a:rPr>
              <a:t>Optional closing visual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6263640"/>
            <a:ext cx="11064240" cy="384048"/>
          </a:xfrm>
          <a:prstGeom prst="roundRect">
            <a:avLst/>
          </a:prstGeom>
          <a:solidFill>
            <a:srgbClr val="CFE8FF"/>
          </a:solidFill>
          <a:ln>
            <a:solidFill>
              <a:srgbClr val="E3DA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050">
                <a:solidFill>
                  <a:srgbClr val="382B4D"/>
                </a:solidFill>
              </a:rPr>
              <a:t>Speaker cue: Close the presentation confidently and invite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2376</TotalTime>
  <Words>1123</Words>
  <Application>Microsoft Office PowerPoint</Application>
  <PresentationFormat>Widescreen</PresentationFormat>
  <Paragraphs>137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 Joshi</cp:lastModifiedBy>
  <cp:revision>4</cp:revision>
  <dcterms:created xsi:type="dcterms:W3CDTF">2013-01-27T09:14:16Z</dcterms:created>
  <dcterms:modified xsi:type="dcterms:W3CDTF">2026-05-18T07:22:12Z</dcterms:modified>
  <cp:category/>
</cp:coreProperties>
</file>